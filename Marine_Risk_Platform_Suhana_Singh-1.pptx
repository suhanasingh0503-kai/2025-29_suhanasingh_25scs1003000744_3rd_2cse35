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572000"/>
            <a:ext cx="3291840" cy="32918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937760"/>
            <a:ext cx="1463040" cy="1463040"/>
          </a:xfrm>
          <a:prstGeom prst="ellipse">
            <a:avLst/>
          </a:prstGeom>
          <a:solidFill>
            <a:srgbClr val="2F8FB5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REPORT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Marine Risk Intelligence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Community Reporting Platform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geospatial marine intelligence system fusing satellite sea-surface temperature data, community-reported coastal incidents, and simulation tools to identify at-risk marine zones and support early response.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25400">
            <a:solidFill>
              <a:srgbClr val="2F8F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92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513892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Suhana Singh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561441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Cleaner &amp; Sorter  |  Roll No. 25SCS1003000744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6172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Duration: 15 Working Days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6675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team designed and built an AI-assisted marine risk intelligence and community reporting platform over a fifteen-working-day period. The system fuses satellite-derived Sea Surface Temperature (SST) data, historical ocean chemistry parameters, community-reported coastal incidents, and simulation tools to identify at-risk marine zones and support early environmental response.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6675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 began as a low-cost sensor-based water quality monitoring idea, and was broadened on Day 1 into a full geospatial marine intelligence platform. As physical sensor hardware was not available during the project, the team delivered a complete software- and satellite-data-driven system, documenting the sensor extension as a future-phase recommendation.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0" y="1234440"/>
            <a:ext cx="3749040" cy="4709160"/>
          </a:xfrm>
          <a:prstGeom prst="roundRect">
            <a:avLst>
              <a:gd name="adj" fmla="val 2927"/>
            </a:avLst>
          </a:prstGeom>
          <a:solidFill>
            <a:srgbClr val="F4F8FA"/>
          </a:solidFill>
          <a:ln/>
          <a:effectLst>
            <a:outerShdw sx="100000" sy="100000" kx="0" ky="0" algn="bl" rotWithShape="0" blurRad="101600" dist="38100" dir="5400000">
              <a:srgbClr val="1C1C1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92440" y="146304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092440" y="21579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92440" y="2596896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092440" y="3291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workstreams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92440" y="3730752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092440" y="442569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data sources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92440" y="4864608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&gt;90%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092440" y="55595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AI prediction accuracy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Executive Summary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Suhana Singh · 25SCS1003000744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is designed to 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1C1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728216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satellite sea surface temperature (SST) data from trusted sources — NOAA, OISST, NCEI, OceanSODA.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1C1C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18288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86600" y="1728216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SST anomalies against a 1991–2020 climatology baseline to detect abnormal warming events.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1C1C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3375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3236976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GIS layers for SST, anomalies, and marine risk zones.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310896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1C1C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33375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86600" y="3236976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users to simulate the spread or impact of a heatwave event.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1C1C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8463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4745736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community reporting of pollution or harmed coastal areas, verified against risk zones.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46177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1C1C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48463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86600" y="4745736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marine-health impact through an interactive, deployed dashboard for NGOs and coastal authorities.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Project Objectives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Suhana Singh · 25SCS1003000744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Role on the Project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120640" cy="5029200"/>
          </a:xfrm>
          <a:prstGeom prst="roundRect">
            <a:avLst>
              <a:gd name="adj" fmla="val 2182"/>
            </a:avLst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Suhana Singh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20848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Cleaner &amp; Sorter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0120" y="2560320"/>
            <a:ext cx="1463040" cy="0"/>
          </a:xfrm>
          <a:prstGeom prst="line">
            <a:avLst/>
          </a:prstGeom>
          <a:noFill/>
          <a:ln w="25400">
            <a:solidFill>
              <a:srgbClr val="2F8F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9992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25SCS1003000744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657600"/>
            <a:ext cx="4480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DC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alongside Navneet Kumar, who led the core data-processing pipeline.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8076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Responsibilities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80760" y="179222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64592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support — marine heatwaves, ocean warming, coral bleaching literature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2688336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542032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assistance across NOAA, OISST, NCEI, and OceanSODA sources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358444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3438144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quality checks — missing values, duplicates, coordinate validation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448056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4334256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support — spot-checking SST anomaly results against reference values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My Role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Suhana Singh · 25SCS1003000744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Technology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1371600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NumPy, Xarray), NetCDF, CSV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21408"/>
            <a:ext cx="10881360" cy="749808"/>
          </a:xfrm>
          <a:prstGeom prst="rect">
            <a:avLst/>
          </a:prstGeom>
          <a:solidFill>
            <a:srgbClr val="E7F1F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21408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Analysis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57600" y="2121408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 (EPSG:4326 / WGS 84), IDW interpolation, PostGIS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71216"/>
            <a:ext cx="1088136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71216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57600" y="2871216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pgAdmin, PostGIS, Prisma ORM (deployed)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21024"/>
            <a:ext cx="10881360" cy="749808"/>
          </a:xfrm>
          <a:prstGeom prst="rect">
            <a:avLst/>
          </a:prstGeom>
          <a:solidFill>
            <a:srgbClr val="E7F1F5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621024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57600" y="3621024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Python-to-PostgreSQL automation pipeline, REST API (deployed)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370832"/>
            <a:ext cx="1088136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70832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Dashboard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657600" y="4370832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/ dashboard components, Plotly Express, responsive design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120640"/>
            <a:ext cx="10881360" cy="749808"/>
          </a:xfrm>
          <a:prstGeom prst="rect">
            <a:avLst/>
          </a:prstGeom>
          <a:solidFill>
            <a:srgbClr val="E7F1F5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12064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657600" y="5120640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NOAA, OISST, NCEI, OceanSODA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System Architecture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Suhana Singh · 25SCS1003000744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Design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collects SST data and community reports, validates inputs, computes anomalies, classifies risk, verifies reports, generates alerts, runs simulations, and updates the dashboard.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331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DC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SST, reports &amp; simulation inputs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606040" y="27889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62072" y="219456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2999232" y="2331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DC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99232" y="27889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compute SST anomaly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28032" y="27889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84064" y="219456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221224" y="2331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DC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21224" y="27889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zone risk score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50024" y="27889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06056" y="219456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443216" y="2331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DC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43216" y="27889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community reports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272016" y="27889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28048" y="219456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665208" y="2331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DC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665208" y="27889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alerts &amp; run simulation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Properties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47091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 ·  Efficiency  ·  Scalability  ·  Simplicity  ·  Maintainability  ·  Robustness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5166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is finite (bounded by input size) and effective (every step is a basic, executable operation).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Algorithm Design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Suhana Singh · 25SCS1003000744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Progress Log — Days 1 to 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source familiarization, and foundational data cleaning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05840" cy="795528"/>
          </a:xfrm>
          <a:prstGeom prst="roundRect">
            <a:avLst>
              <a:gd name="adj" fmla="val 9195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10058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828800" y="1508760"/>
            <a:ext cx="969264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C1C1C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57400" y="1508760"/>
            <a:ext cx="9235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introductory material on marine heatwaves, ocean warming, and coral bleaching; discussed the fifteen-day plan with the team.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441448"/>
            <a:ext cx="1005840" cy="795528"/>
          </a:xfrm>
          <a:prstGeom prst="roundRect">
            <a:avLst>
              <a:gd name="adj" fmla="val 9195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41448"/>
            <a:ext cx="10058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0" y="2441448"/>
            <a:ext cx="969264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C1C1C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57400" y="2441448"/>
            <a:ext cx="9235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introduced to the NOAA, OISST, NCEI, and OceanSODA data sources; helped verify the correct time period and region had been downloaded.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374136"/>
            <a:ext cx="1005840" cy="795528"/>
          </a:xfrm>
          <a:prstGeom prst="roundRect">
            <a:avLst>
              <a:gd name="adj" fmla="val 9195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74136"/>
            <a:ext cx="10058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828800" y="3374136"/>
            <a:ext cx="969264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C1C1C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57400" y="3374136"/>
            <a:ext cx="9235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why a fixed 1991–2020 baseline is used; sat with the SST anomaly calculation and helped spot-check early results.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306824"/>
            <a:ext cx="1005840" cy="795528"/>
          </a:xfrm>
          <a:prstGeom prst="roundRect">
            <a:avLst>
              <a:gd name="adj" fmla="val 9195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06824"/>
            <a:ext cx="10058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828800" y="4306824"/>
            <a:ext cx="969264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C1C1C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057400" y="4306824"/>
            <a:ext cx="9235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Began supporting data cleaning — checking for missing values and duplicate rows, and flagging out-of-range coordinates for review.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239512"/>
            <a:ext cx="1005840" cy="795528"/>
          </a:xfrm>
          <a:prstGeom prst="roundRect">
            <a:avLst>
              <a:gd name="adj" fmla="val 9195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39512"/>
            <a:ext cx="10058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5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828800" y="5239512"/>
            <a:ext cx="969264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C1C1C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057400" y="5239512"/>
            <a:ext cx="9235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latitude/longitude consistency across files and helped standardize column names, keeping a record of what was removed.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Day-wise Progress Log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Suhana Singh · 25SCS1003000744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Progress Log — Days 6 to 10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quality checks and dataset consolidation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05840" cy="795528"/>
          </a:xfrm>
          <a:prstGeom prst="roundRect">
            <a:avLst>
              <a:gd name="adj" fmla="val 9195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10058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828800" y="1508760"/>
            <a:ext cx="969264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C1C1C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57400" y="1508760"/>
            <a:ext cx="9235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that coastal and ice-covered areas need extra care during cleaning; helped re-check flagged rows for genuine readings vs. errors.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441448"/>
            <a:ext cx="1005840" cy="795528"/>
          </a:xfrm>
          <a:prstGeom prst="roundRect">
            <a:avLst>
              <a:gd name="adj" fmla="val 9195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41448"/>
            <a:ext cx="10058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7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0" y="2441448"/>
            <a:ext cx="969264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C1C1C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57400" y="2441448"/>
            <a:ext cx="9235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the cleaned dataset with the team and compared row counts and value ranges before/after cleaning.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374136"/>
            <a:ext cx="1005840" cy="795528"/>
          </a:xfrm>
          <a:prstGeom prst="roundRect">
            <a:avLst>
              <a:gd name="adj" fmla="val 9195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74136"/>
            <a:ext cx="10058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8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828800" y="3374136"/>
            <a:ext cx="969264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C1C1C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57400" y="3374136"/>
            <a:ext cx="9235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introduced to positive vs negative SST anomalies; helped identify regions where anomaly values stood out.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306824"/>
            <a:ext cx="1005840" cy="795528"/>
          </a:xfrm>
          <a:prstGeom prst="roundRect">
            <a:avLst>
              <a:gd name="adj" fmla="val 9195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06824"/>
            <a:ext cx="10058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9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828800" y="4306824"/>
            <a:ext cx="969264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C1C1C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057400" y="4306824"/>
            <a:ext cx="9235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 in organizing the cleaned data into a consistent format; double-checked column names and units across files.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239512"/>
            <a:ext cx="1005840" cy="795528"/>
          </a:xfrm>
          <a:prstGeom prst="roundRect">
            <a:avLst>
              <a:gd name="adj" fmla="val 9195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39512"/>
            <a:ext cx="10058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10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828800" y="5239512"/>
            <a:ext cx="969264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C1C1C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057400" y="5239512"/>
            <a:ext cx="9235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the first ten days of work with the team and helped prepare for the integration phase.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Day-wise Progress Log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Suhana Singh · 25SCS1003000744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Progress Log — Days 11 to 15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Verification, testing support, and final review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05840" cy="795528"/>
          </a:xfrm>
          <a:prstGeom prst="roundRect">
            <a:avLst>
              <a:gd name="adj" fmla="val 9195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10058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828800" y="1508760"/>
            <a:ext cx="969264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C1C1C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57400" y="1508760"/>
            <a:ext cx="9235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Helped re-verify final dataset consistency after data was imported into the live database, checking a sample against original files.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441448"/>
            <a:ext cx="1005840" cy="795528"/>
          </a:xfrm>
          <a:prstGeom prst="roundRect">
            <a:avLst>
              <a:gd name="adj" fmla="val 9195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41448"/>
            <a:ext cx="10058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0" y="2441448"/>
            <a:ext cx="969264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C1C1C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57400" y="2441448"/>
            <a:ext cx="9235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 in preparing sample data subsets for dashboard demo scenarios, ensuring a mix of low, moderate, and high anomaly regions.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374136"/>
            <a:ext cx="1005840" cy="795528"/>
          </a:xfrm>
          <a:prstGeom prst="roundRect">
            <a:avLst>
              <a:gd name="adj" fmla="val 9195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74136"/>
            <a:ext cx="10058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828800" y="3374136"/>
            <a:ext cx="969264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C1C1C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57400" y="3374136"/>
            <a:ext cx="9235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data-related test cases during the team's testing phase, helping confirm correct handling of missing/duplicate records.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306824"/>
            <a:ext cx="1005840" cy="795528"/>
          </a:xfrm>
          <a:prstGeom prst="roundRect">
            <a:avLst>
              <a:gd name="adj" fmla="val 9195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06824"/>
            <a:ext cx="10058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828800" y="4306824"/>
            <a:ext cx="969264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C1C1C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057400" y="4306824"/>
            <a:ext cx="9235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Helped review the data displayed on the deployed dashboard for accuracy against the cleaned source files.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239512"/>
            <a:ext cx="1005840" cy="795528"/>
          </a:xfrm>
          <a:prstGeom prst="roundRect">
            <a:avLst>
              <a:gd name="adj" fmla="val 9195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39512"/>
            <a:ext cx="10058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15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828800" y="5239512"/>
            <a:ext cx="969264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C1C1C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057400" y="5239512"/>
            <a:ext cx="9235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Took part in the final review meeting and helped compile the data-cleaning learnings and outcomes for the final report.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Day-wise Progress Log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Suhana Singh · 25SCS1003000744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my work on data cleaning and quality assurance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1325880"/>
          </a:xfrm>
          <a:prstGeom prst="roundRect">
            <a:avLst>
              <a:gd name="adj" fmla="val 8276"/>
            </a:avLst>
          </a:prstGeom>
          <a:solidFill>
            <a:srgbClr val="E7F1F5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190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0116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Distinguishing genuine errors from valid but uncommon ocean readings, particularly near coastlines.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090672"/>
            <a:ext cx="10881360" cy="1325880"/>
          </a:xfrm>
          <a:prstGeom prst="roundRect">
            <a:avLst>
              <a:gd name="adj" fmla="val 8276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25526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547872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flagged rows carefully with the team rather than removing data unilaterally, and asked questions whenever a result didn't immediately make sense.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626864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7914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5084064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steady, careful support across the entire data-cleaning process and through final verification — the quiet, consistent quality checks that kept the dataset trustworthy from Day 1 through deployment.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Challenges &amp; Solutions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Suhana Singh · 25SCS1003000744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Quality Assurance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testing module validated the full pipeline — data integrity, AI accuracy, database reliability, dashboard performance, and UX — extended in Days 11–15 to the deployed environment.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938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01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validation — missing values, duplicates, invalid coordinates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92938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801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— deduplication, normalization, outlier removal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51176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231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 — modules tested independently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551176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4231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testing — verified storage &amp; retrieval integrity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17296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04495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testing — accuracy, precision, recall, F1-score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17296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304495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Regression, sanity &amp; smoke testing after deployment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66674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/ load &amp; stress testing under large datasets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79476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66674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Alpha, Beta &amp; User Acceptance Testing with NGO users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07492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07492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C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&gt;90%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651760" y="507492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AI prediction accuracy achieved, with fast response times and stable operation confirmed on large datasets and the live deployment.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Testing &amp; QA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Suhana Singh · 25SCS1003000744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Deliverables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1097280"/>
          </a:xfrm>
          <a:prstGeom prst="roundRect">
            <a:avLst>
              <a:gd name="adj" fmla="val 8333"/>
            </a:avLst>
          </a:prstGeom>
          <a:solidFill>
            <a:srgbClr val="F4F8F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25880" y="146304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Deployed, interactive dashboard with overview, GIS map, alerts &amp; reporting pages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212080" cy="1097280"/>
          </a:xfrm>
          <a:prstGeom prst="roundRect">
            <a:avLst>
              <a:gd name="adj" fmla="val 8333"/>
            </a:avLst>
          </a:prstGeom>
          <a:solidFill>
            <a:srgbClr val="F4F8F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903720" y="146304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map with SST, anomaly, and risk-zone layers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5212080" cy="1097280"/>
          </a:xfrm>
          <a:prstGeom prst="roundRect">
            <a:avLst>
              <a:gd name="adj" fmla="val 8333"/>
            </a:avLst>
          </a:prstGeom>
          <a:solidFill>
            <a:srgbClr val="F4F8F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2743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 anomaly visualizer with colour-coded legend and layer toggles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651760"/>
            <a:ext cx="5212080" cy="1097280"/>
          </a:xfrm>
          <a:prstGeom prst="roundRect">
            <a:avLst>
              <a:gd name="adj" fmla="val 8333"/>
            </a:avLst>
          </a:prstGeom>
          <a:solidFill>
            <a:srgbClr val="F4F8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903720" y="2743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reporting module with map-based submission &amp; admin verification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212080" cy="1097280"/>
          </a:xfrm>
          <a:prstGeom prst="roundRect">
            <a:avLst>
              <a:gd name="adj" fmla="val 8333"/>
            </a:avLst>
          </a:prstGeom>
          <a:solidFill>
            <a:srgbClr val="F4F8F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25880" y="402336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module for spread/heatwave impact prediction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931920"/>
            <a:ext cx="5212080" cy="1097280"/>
          </a:xfrm>
          <a:prstGeom prst="roundRect">
            <a:avLst>
              <a:gd name="adj" fmla="val 8333"/>
            </a:avLst>
          </a:prstGeom>
          <a:solidFill>
            <a:srgbClr val="F4F8F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03720" y="402336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backend API and PostgreSQL/PostGIS database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212080"/>
            <a:ext cx="5212080" cy="1097280"/>
          </a:xfrm>
          <a:prstGeom prst="roundRect">
            <a:avLst>
              <a:gd name="adj" fmla="val 8333"/>
            </a:avLst>
          </a:prstGeom>
          <a:solidFill>
            <a:srgbClr val="F4F8F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25880" y="530352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testing module report validating the pipeline end to end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5212080"/>
            <a:ext cx="5212080" cy="1097280"/>
          </a:xfrm>
          <a:prstGeom prst="roundRect">
            <a:avLst>
              <a:gd name="adj" fmla="val 8333"/>
            </a:avLst>
          </a:prstGeom>
          <a:solidFill>
            <a:srgbClr val="F4F8F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03720" y="530352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hardware-extension plan (ESP32 + sensors) for a future phase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Final Deliverables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Suhana Singh · 25SCS1003000744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572000"/>
            <a:ext cx="3291840" cy="32918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C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fifteen working days, the team progressed from an initial low-cost sensor concept to a fully scoped and deployed geospatial marine intelligence platform combining satellite SST monitoring, GIS visualization, ocean chemistry analysis, community reporting, and simulation.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C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Data Cleaner &amp; Sorter, my work ensured every downstream module — GIS, database, backend, and dashboard — relied on a clean, trustworthy, analysis-ready dataset, built through careful, incremental checks across all fifteen days.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663440"/>
            <a:ext cx="2011680" cy="0"/>
          </a:xfrm>
          <a:prstGeom prst="line">
            <a:avLst/>
          </a:prstGeom>
          <a:noFill/>
          <a:ln w="25400">
            <a:solidFill>
              <a:srgbClr val="2F8F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46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Suhana Singh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52852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Cleaner &amp; Sorter  |  Roll No. 25SCS1003000744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2026-08-04T07:01:24Z</dcterms:created>
  <dcterms:modified xsi:type="dcterms:W3CDTF">2026-08-04T07:01:24Z</dcterms:modified>
</cp:coreProperties>
</file>